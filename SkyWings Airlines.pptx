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98D8-9FDB-450B-91A2-D3E93C770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9C971-B544-438F-98A0-CD35A675B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1CD51-AF40-4439-ABD5-3D28BE4E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D27C-2945-4875-B422-67F5CC7FD74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CE95D-879C-45FE-8273-CE5202BAB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0C073-32FA-4CDD-A13B-1BB20343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2EC8-CE61-43E5-8EA0-7957DF1B2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99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B3483-789B-4AAD-9790-96966E588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0EB1E-E426-4E5B-A1C5-32FAEA1C9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3C693-2DAF-4898-B3DA-001F18A5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D27C-2945-4875-B422-67F5CC7FD74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AC893-AF71-46E1-BC11-DF22FA0AE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F8B2B-8C16-4C8D-8D0F-C7B8AC57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2EC8-CE61-43E5-8EA0-7957DF1B2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153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CB7E-4A17-4D9C-86DE-8F62F4E7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E9371-E8DD-4780-B107-B541D7D34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E2113-248A-4C4E-BED6-EC0B0A63A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D27C-2945-4875-B422-67F5CC7FD74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47A73-D8C7-419A-AC9D-38ACEE840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19874-E7B5-4C8F-A665-CB110E60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2EC8-CE61-43E5-8EA0-7957DF1B2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39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7813-E242-4AA8-937A-D0219D22E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64687-78FC-4A71-BBCB-B18F53620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BC426-0A32-40B3-A2F5-60F47F609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450C0-A92C-4DCB-A90A-716358918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D27C-2945-4875-B422-67F5CC7FD74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C4EC6-5A4B-413D-9BE8-E800C22D8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32BC21-C375-4AD6-B9C5-217A6BAD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2EC8-CE61-43E5-8EA0-7957DF1B2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694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E21C-B8B9-4D4C-BFC2-834C48C93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AE716-7C97-4D4B-B1E7-025622454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59355-B062-4DBF-98B8-69C0ED531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2A8AC-286D-4BAD-8BD8-8A87C2F0A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FC7896-4C32-498C-8A11-0F92CA11A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63204B-2F40-4C4F-8A62-D6C6A0BC0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D27C-2945-4875-B422-67F5CC7FD74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8FF59D-72DE-48B6-BDD3-34498148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AEC3F-F02E-4CFD-891E-AA91A8992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2EC8-CE61-43E5-8EA0-7957DF1B2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394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85A2-838F-4EE3-8FB5-AD2E6B0B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AB3624-40D3-4456-97EB-C7DE99D1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D27C-2945-4875-B422-67F5CC7FD74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C9FCE-0ADE-4BF7-83AB-BD1FEFD1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1BAA69-E938-40D5-ACF7-D662B649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2EC8-CE61-43E5-8EA0-7957DF1B2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166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A1EC0A-52AF-49E0-915D-97CE5C038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D27C-2945-4875-B422-67F5CC7FD74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7DFCED-4638-447F-8921-8E5E6543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F345E-6F40-46F5-B580-1F9560945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2EC8-CE61-43E5-8EA0-7957DF1B2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196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8844-FAAA-4222-A492-D56D7E19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18F7F-8792-41DC-BB8F-8FB0EAD66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895B3-159F-4352-AD83-B35E8A0E9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92C05-E552-4BE1-83A1-A19A9669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D27C-2945-4875-B422-67F5CC7FD74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A3CAF-BBEE-4EB0-9359-44B8F2985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0D69A-E187-457F-9BE2-AFD423D7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2EC8-CE61-43E5-8EA0-7957DF1B2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593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F6C5-CCE0-4E98-819D-0577FDF7F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96A7F-0DEB-4070-A51E-C0107567E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71119-2B99-4040-9A85-3B898CB0B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7F7F1-97BA-4667-A970-1E65511B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D27C-2945-4875-B422-67F5CC7FD74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B69BA-F666-48F9-A040-36103318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CFC67-5C47-4E4A-8AB3-9D6E8042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2EC8-CE61-43E5-8EA0-7957DF1B2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142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75C0-4CA6-4D2F-9AA4-7ABD013C1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E6AF5-4A5C-4CEB-BFC7-2142091B5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90AF0-535A-41B6-9C39-EFCF2ADF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D27C-2945-4875-B422-67F5CC7FD74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1B412-89EF-452B-9AE1-3C780BB73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1F75-C126-47B4-89C2-971A6059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2EC8-CE61-43E5-8EA0-7957DF1B2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894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0EE30-EAF4-4CFD-BB11-654C616D7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A3E79-8935-4264-909F-2FB7C5F3B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7B834-0090-47F5-A66C-E9BD0A81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D27C-2945-4875-B422-67F5CC7FD74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023BB-54CA-433B-812E-F4C3874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BD755-B781-4413-B84E-D38FFAC0E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22EC8-CE61-43E5-8EA0-7957DF1B2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792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B0C95-2874-489C-B3AA-333FA969B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1B6B9-C93F-4FB2-9C68-6EE0E26AB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F1746-D7F5-4CB2-842B-20C7D0ED9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8D27C-2945-4875-B422-67F5CC7FD74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E2A80-4F80-4EF0-A5AD-3ABAFD797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F4F03-6C27-4533-9A77-B52372F60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22EC8-CE61-43E5-8EA0-7957DF1B2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84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9FCDBA-0582-4F15-A2B5-98338E6C4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83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E156FB-AA97-4676-A3D3-B548DC57C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665D97-5F56-4BF0-AD6E-488088200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97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312D1F-369E-414F-B558-4F3850CE3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7316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0012AA-EEF6-4586-A7BD-72574EBFF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6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92E02D-175E-42C7-931E-E86348F19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01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A1F696-3D16-40C3-BF2A-7EE5E8F5F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05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5431CA-B6C9-4D45-B518-C5E35BB25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47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1C134F-D6E3-4EEB-A08E-36DB23317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09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76F640-5306-4D58-83CE-BD3BB7C2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6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Madhavi reddy</dc:creator>
  <cp:lastModifiedBy>Madhavi reddy</cp:lastModifiedBy>
  <cp:revision>1</cp:revision>
  <dcterms:created xsi:type="dcterms:W3CDTF">2026-06-19T04:30:33Z</dcterms:created>
  <dcterms:modified xsi:type="dcterms:W3CDTF">2026-06-19T04:48:19Z</dcterms:modified>
</cp:coreProperties>
</file>